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IMS ENGINEERING COLLEGE, GHAZIABAD</a:t>
            </a:r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t>Department of Computer Science &amp; Engineering (AIML) &amp; CSD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554480"/>
            <a:ext cx="9448495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AI-Based Traffic Density Prediction</a:t>
            </a:r>
            <a:br/>
            <a:r>
              <a:t>&amp; Route Optimization</a:t>
            </a:r>
          </a:p>
          <a:p>
            <a:pPr algn="ctr">
              <a:spcBef>
                <a:spcPts val="800"/>
              </a:spcBef>
              <a:defRPr sz="1300">
                <a:solidFill>
                  <a:srgbClr val="10B981"/>
                </a:solidFill>
              </a:defRPr>
            </a:pPr>
            <a:r>
              <a:t>Smart City Management System  |  Group No: 5  |  Session 2026-27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40480"/>
            <a:ext cx="6217920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SUBMITTED BY (TEAM MEMBERS):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Deepanshu Kumar  (Roll No: 2401431530021)  —  ML Model &amp; Dataset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Kaushal Kumar  (Roll No: 2401431530036)  —  Backend API &amp; Integration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Sachin Kashyap  (Roll No: 2401431530051)  —  Documentation &amp; Presentation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Ayush Dwivedi  (Roll No: 2401431530015)  —  Frontend UI Development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3840480"/>
            <a:ext cx="3047695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UNDER GUIDANCE OF: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Dr. Nishant Anand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Project Coordinator</a:t>
            </a:r>
            <a:br/>
            <a:r>
              <a:t>Dept of CSE-AIML &amp; CSD</a:t>
            </a:r>
            <a:br/>
            <a:r>
              <a:t>IMS Engineering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Statement &amp; Urban Traffic Challenges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F4444"/>
                </a:solidFill>
              </a:defRPr>
            </a:pPr>
            <a:r>
              <a:t>Urban Congestion Crisis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Rapid urbanization causes severe bottlenecks in metropolitan road networks.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Traffic congestion costs billions of dollars annually in wasted fuel and time.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Commuters spend 100+ unproductive hours stranded in traffic jams each year.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Flaws in Existing Systems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Fixed-interval traffic signal timers fail during unexpected rush hours.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Static navigation algorithms don't account for dynamic AI-predicted road load.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Lack of centralized data persistence for municipal traffic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Proposed AI Solution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Predictive Machine Learning models that forecast congestion before it occurs.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Traffic-weighted Dijkstra graph algorithm for optimal route dispatch.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End-to-end Smart City dashboard with live REST API and SQLite history.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GOALS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Objectives &amp; Scope of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1. Predictive Intelligence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Train &amp; benchmark multi-class ML classifiers (Low / Medium / High).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Evaluate with 5-fold Stratified Cross-Validation on urban dataset.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Incorporate temporal, weather, and vehicular density features.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2. Dynamic Route Optimization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Implement Dijkstra's algorithm on a 6-node city road network.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Dynamically penalize edge weights based on real-time traffic density.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Provide primary shortest route alongside viable alternate routes.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47548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8B5CF6"/>
                </a:solidFill>
              </a:defRPr>
            </a:pPr>
            <a:r>
              <a:t>3. Scalable Web Architecture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High-performance REST API using Python FastAPI &amp; Pydantic.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SQLite database persistence for historical queries and analytics.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CORS middleware for seamless frontend communication.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47548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4. Interactive Dashboard &amp; CV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Real-time React 18 + Vite dashboard with tabs for Prediction &amp; Routing.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Computer Vision module with OpenCV for camera-assisted vehicle counting.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Containerized with Docker &amp; Docker Compose for instant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ENGINEERING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0704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PRESENTATION LAYER  (Frontend)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React 18  •  Vite Dev Server  •  Interactive Dashboard  •  Prediction Form  •  Routing Map  •  Analytics &amp; Vision Tabs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60704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APPLICATION &amp; API LAYER  (FastAPI Backend)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FastAPI Service (Port 8000)  •  Modular Routers: /traffic, /routes, /analytics, /vision  •  Pydantic Validation  •  CORS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329184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ML INFERENCE ENGINE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Random Forest Classifier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Joblib serialized pipeline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5-fold CV champion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572000"/>
            <a:ext cx="329184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754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8B5CF6"/>
                </a:solidFill>
              </a:defRPr>
            </a:pPr>
            <a:r>
              <a:t>GRAPH ROUTING SERVICE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Dijkstra's shortest path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6 nodes &amp; 9 weighted edges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Traffic congestion penalty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572000"/>
            <a:ext cx="329184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754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PERSISTENCE &amp; VISION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SQLite Database (traffic.db)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traffic_log &amp; route_log tables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OpenCV vehicle detector stub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Model Selection &amp; Cross-Validation Benchmarking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Model Comparison &amp; Selection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Trained and evaluated 4 distinct classifiers on curated traffic dataset: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🥇 Random Forest Classifier (Selected Champion)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  • Superior non-linear feature handling and ensemble stability.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  • Robust against overfitting via bagging and tree averaging.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🥈 Gradient Boosting (Runner-up) — High accuracy, slightly slower.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🥉 Decision Tree (Baseline) — Prone to high variance.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4️⃣ Logistic Regression — Evaluated as linear baseline.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All models evaluated using 5-Fold Stratified Cross-Validation.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Features &amp; Prediction Output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Key Input Features Utilized: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• Hour of Day (0–23) — Captures peak morning &amp; evening rush hours.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• Day of Week (0–6) — Differentiates weekdays from weekends.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• Vehicle Count — Quantitative density input from sensors/cameras.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• Weather Condition — Rain, Fog, Clear, Snow impact on congestion.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• Road Type — Highway, Arterial, Local Street capacity parameters.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Target Classes Output: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🟢 Low Density  |  🟡 Medium Density  |  🔴 High Density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Artifacts Generated: traffic_model.pkl, label_encoder.pkl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Traffic-Aware Dijkstra Graph Route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Smart City Graph Topology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Simulated 6 major urban junction hubs: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1. City Center (Central Business District)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2. Tech Park (IT &amp; Corporate Corridor)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3. North Junction (Residential Connector)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4. South Interchange (Highway Entry Point)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5. East Corridor (Commercial Suburb)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6. Airport (Major Transit Hub)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9 Bidirectional Weighted Edges connecting hubs.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Base edge weights represent standard travel distance &amp; transit time in minutes.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Dynamic Traffic Penalty Formula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Standard Dijkstra minimizes base weight:  W(u, v)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Dynamic Traffic Penalty applied in our system: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• Low Density:    W_eff = W_base × 1.0 (No delay)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• Medium Density: W_eff = W_base × 1.4 (+40% transit penalty)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• High Density:   W_eff = W_base × 2.0 (+100% heavy jam penalty)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Algorithm outputs: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✓ Primary optimal path with lowest effective travel cost.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✓ Alternative backup paths for rerouting during road blockages.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All routing decisions automatically recorded to SQLite route_log.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BACKEND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FastAPI REST Endpoints &amp; SQLite Persistence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Core API Endpoints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GET /health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• Real-time status of DB &amp; ML model.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POST /traffic/predict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• Takes input features &amp; returns density.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GET /routes/smart-predict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• Dijkstra optimal path calculation.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GET /analytics/summary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• Aggregated counts &amp; logs.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GET /vision/vision-demo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• Vehicle detector simulation.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8B5CF6"/>
                </a:solidFill>
              </a:defRPr>
            </a:pPr>
            <a:r>
              <a:t>Database Architecture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SQLite Engine (traffic.db):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• traffic_log table: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 - id, timestamp, hour, day, count, weather, predicted_density.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• route_log table: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 - start_point, end_point, chosen_route, travel_time, traffic_level.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• analytics table: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 - Precomputed aggregation metrics.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Auto-initialized on FastAPI startup.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Production Resilience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• Lazy model loader prevents crashes if artifact is temporarily missing.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• Pydantic schema validation blocks malformed requests.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• Strict CORS headers enable dev and production host communication.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• Auto-generated interactive Swagger API documentation at /docs.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FRONTEND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Modern React 18 &amp; Vite Interactive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Interactive Tabbed Navigation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Clean, responsive tabbed interface built with React 18 &amp; Vite.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Tabs: Traffic Prediction  |  Route Optimizer  |  Analytics  |  Vision Demo.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Real-time system health pill (Backend, Database, ML model status).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Prediction &amp; Simulation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Interactive sliders and dropdowns for Hour, Weather, and Vehicle Count.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Instant visual traffic badge (Low / Medium / High) with congestion ratio.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Async API calls with fallback error handling.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47548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Visual Route Optimization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Origin &amp; Destination selectors across all 6 smart city nodes.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Visual path display showing optimal route sequence and estimated time.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Traffic penalty impact highlighted to explain AI recommendation.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47548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8B5CF6"/>
                </a:solidFill>
              </a:defRPr>
            </a:pPr>
            <a:r>
              <a:t>Analytics &amp; Computer Vision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Real-time analytics summary table populated directly from SQLite logs.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Computer vision frame simulation showing vehicle count and density.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Lightweight JavaScript fetch API wrapper — zero third-party client bloat.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Camera-Assisted Vehicle Detection with OpenCV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Computer Vision Pipeline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Purpose: Bridge real-world traffic cameras with the AI prediction engine.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Core Processing Steps: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1. Video Stream / Frame Acquisition (CCTV traffic feeds).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2. Grayscale conversion &amp; Gaussian Blur filtering.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3. Background subtraction to isolate moving vehicular silhouettes.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4. Contour detection &amp; bounding box thresholding.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5. Automated vehicular counting within regions of interest (ROI).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Vehicle count directly feeds as input feature to ML prediction router.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Architecture &amp; Future Vision Upgrades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Current Implementation: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• OpenCV 5.0 detector module in computer-vision/vehicle_detector.py.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• REST endpoint GET /vision/vision-demo for simulation testing.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Future Enhancements for Final Year: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• Integrate Ultralytics YOLOv8 for vehicle classification (car, bus, truck, bike).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• Real-time RTSP camera stream processing using edge AI (NVIDIA Jetson).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• Automatic License Plate Recognition (ALPR) for traffic law enforcement.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Team Work Distribution &amp; Contribution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Deepanshu Kumar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Roll No: 2401431530021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Role: ML &amp; Datasets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• Data curation &amp; feature engineering.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• Random Forest training.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• 5-Fold Stratified Cross-Validation.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• Model evaluation &amp; metadata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Kaushal Kumar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Roll No: 2401431530036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Role: Backend &amp; API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• FastAPI app architecture.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• Dijkstra routing service.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• SQLite schema &amp; persistence helpers.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• REST API endpoints &amp; CORS setup.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F4444"/>
                </a:solidFill>
              </a:defRPr>
            </a:pPr>
            <a:r>
              <a:t>Ayush Dwivedi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Roll No: 2401431530015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Role: Frontend Dev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• React 18 + Vite dashboard.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• Tabbed UI navigation.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• Prediction &amp; Routing forms.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• API service integration layer.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8B5CF6"/>
                </a:solidFill>
              </a:defRPr>
            </a:pPr>
            <a:r>
              <a:t>Sachin Kashyap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Roll No: 2401431530051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Role: Documentation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• Synopsis &amp; Project Report.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• Presentation Slide Deck.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• Docker Compose setup.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• Deployment documentation.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VALIDATION &amp;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Automated Testing, Dockerization &amp; Live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Automated Test Suite (13/13 Passed)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Comprehensive test suite covering all project subsystems: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✓ test_api.py: Verified /health, /predict, /smart-predict, /status.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✓ test_ml.py: Validated inference shape, classes, and latency.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✓ test_vision.py: Confirmed OpenCV vehicle counting stub output.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✓ test_analytics.py: Tested SQLite CRUD and aggregation queries.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All 13 unit &amp; integration tests pass with 0 regressions.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Fast response time: &lt; 25ms average inference latency on CPU.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DevOps &amp; Cloud Readiness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🐳 Multi-Stage Dockerfile: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• Stage 1: Builds React 18 frontend with Node.js 20 Alpine.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• Stage 2: Packages Python 3.12 backend + OpenCV libraries.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🔧 Docker Compose (docker-compose.yml):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• One-command startup for both backend &amp; frontend containers.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• Persistent volume mounting for traffic.db.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🐙 GitHub Repository: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• Clean Git commit history, .gitignore, and .env configuration.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• 3 team collaborators added with full write access.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SUMMARY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Conclusion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Successfully engineered a complete end-to-end prototype for Smart City Traffic Management.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Demonstrated synergy between ML prediction, graph optimization, and real-time visualization.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Key Achievements: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✓ Trained champion Random Forest model with 5-fold CV.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✓ Dynamic Dijkstra routing with traffic-weighted penalties.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✓ Full-stack implementation (FastAPI + React 18 + SQLite).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✓ 13/13 automated tests passing.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  ✓ Docker containerized and cloud-deployment ready.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Future Scope for Final Year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1. Real-Time IoT Sensor Integration: Ingest live ultrasonic and inductive loop traffic sensors.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2. GPS &amp; GIS Mapping: Integrate Mapbox / OpenStreetMap with live geolocation polyline routes.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3. Deep Learning Upgrade: Deploy YOLOv8 for multi-class vehicle detection on camera streams.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4. Smart Traffic Signal Automation: Dynamic signal timer adjustment based on queue length.</a:t>
            </a:r>
          </a:p>
          <a:p>
            <a:pPr>
              <a:spcAft>
                <a:spcPts val="500"/>
              </a:spcAft>
              <a:defRPr sz="1300">
                <a:solidFill>
                  <a:srgbClr val="94A3B8"/>
                </a:solidFill>
              </a:defRPr>
            </a:pPr>
            <a:r>
              <a:t>•  5. Cloud Deployment: Deploy on AWS EC2 / Render with automated CI/CD pipelines.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